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 snapToObjects="1">
      <p:cViewPr varScale="1">
        <p:scale>
          <a:sx n="104" d="100"/>
          <a:sy n="104" d="100"/>
        </p:scale>
        <p:origin x="232" y="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029200"/>
            <a:ext cx="12188952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949E"/>
                </a:solidFill>
              </a:rPr>
              <a:t>DV-13856  ·  CFI-1388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887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E6EDF3"/>
                </a:solidFill>
              </a:rPr>
              <a:t>Clean Room Observability
&amp; Callback Registration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06324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B949E"/>
                </a:solidFill>
              </a:rPr>
              <a:t>Platform-grade event delivery backbone for Habu.
V1 ships an Activity Feed to every user.  V2 adds push webhooks to XMI and partners.
V3 hardens the system for enterprise production.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5212080"/>
            <a:ext cx="3474720" cy="411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5212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V1 · Sprints 1–2</a:t>
            </a:r>
          </a:p>
        </p:txBody>
      </p:sp>
      <p:sp>
        <p:nvSpPr>
          <p:cNvPr id="8" name="Rectangle 7"/>
          <p:cNvSpPr/>
          <p:nvPr/>
        </p:nvSpPr>
        <p:spPr>
          <a:xfrm>
            <a:off x="4005072" y="5212080"/>
            <a:ext cx="4480560" cy="411480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05072" y="521208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V2 · Sprints 3–5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13064" y="5212080"/>
            <a:ext cx="3172968" cy="4114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13064" y="5212080"/>
            <a:ext cx="31729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EDF3"/>
                </a:solidFill>
              </a:rPr>
              <a:t>V3 · Sprints 6–7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309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B949E"/>
                </a:solidFill>
              </a:rPr>
              <a:t>Author: Aditya Bhardwaj  ·  May 2026  ·  For TLM + Product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FF7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7B72"/>
                </a:solidFill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The Problem — Objects Change, Nobody Knows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External systems (XMI UI, customer integrations) hold stale references. No notification mechanism exists today.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1737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44168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8A6FF"/>
                </a:solidFill>
              </a:rPr>
              <a:t>QUESTION MUTATIONS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4533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unhygienix —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801368"/>
            <a:ext cx="333756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Columns removed from output → dashboards break silently
Dataset assignment swapped → wrong data imported
Question deleted → 404s in downstream workflows
Status DRAFT→PUBLISHED → integrations miss the event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7952" y="12344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87952" y="1280160"/>
            <a:ext cx="64008" cy="17373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52544" y="1344168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DATA CONNECTION MUTATIONS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52544" y="154533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forebitt — Data Connections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1801368"/>
            <a:ext cx="333756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Field type changed: Integer→String → SUM() fails at runtime
Field added or removed → schema expectations violated
Data connection deleted → every question using it breaks
No warning sent to consumers before change takes effect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64424" y="1234440"/>
            <a:ext cx="3566160" cy="1828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64424" y="1280160"/>
            <a:ext cx="64008" cy="17373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29016" y="1344168"/>
            <a:ext cx="3337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EXPORT MUTATIONS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9016" y="154533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picanmix — Exports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801368"/>
            <a:ext cx="3337560" cy="1170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Export job completion invisible to integrations
Config changes undetected until next poll
External systems poll every 30s — 99% return no change
Reactive posture — not enterprise software behaviour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246120"/>
            <a:ext cx="11338560" cy="868680"/>
          </a:xfrm>
          <a:prstGeom prst="rect">
            <a:avLst/>
          </a:prstGeom>
          <a:solidFill>
            <a:srgbClr val="0D1A35"/>
          </a:solidFill>
          <a:ln w="9525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3375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Two audiences, two solutions: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61188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8A6FF"/>
                </a:solidFill>
              </a:rPr>
              <a:t>Human users on Habu  →  Activity Feed UI showing what changed, when, who did it  (V1)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8620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0883E"/>
                </a:solidFill>
              </a:rPr>
              <a:t>Programmatic systems (XMI, SafeHaven)  →  Push webhook — Habu calls their endpoint automatically  (V2)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V1 · SPRINTS 1–2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V1 — Activity Feed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One new table. One new API. Ships to every Habu user with zero setup. Interceptors built here become the foundation for V2 webhooks.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4023360" cy="11430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10515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4416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8A6FF"/>
                </a:solidFill>
              </a:rPr>
              <a:t>NEW CODE — unhygienix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54533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unhygienix — CRUD Interceptor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801368"/>
            <a:ext cx="3794760" cy="484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Snapshot state BEFORE mutation
Execute mutation (delete / update)
Diff before vs after → build ObjectEvent
[IN SAME DB TRANSACTION] INSERT object_events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423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↓  atomic  (rolls back if mutation rolls back)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743200"/>
            <a:ext cx="4023360" cy="1188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1480" y="2788920"/>
            <a:ext cx="64008" cy="109728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" y="2852928"/>
            <a:ext cx="3794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8A6FF"/>
                </a:solidFill>
              </a:rPr>
              <a:t>NEW TABLE — unhygienix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054096"/>
            <a:ext cx="3794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object_events table  (PostgreSQL)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310128"/>
            <a:ext cx="3794760" cy="530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event_id · cleanroom_id · object_type · object_id
object_name · event_type · changed_fields JSONB
performed_by · org_id · event_time
Append-only — never updated, only inserted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97763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↓  GET /cleanrooms/{id}/events  →  external-api-server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234440"/>
            <a:ext cx="7086600" cy="46634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0" y="12984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B949E"/>
                </a:solidFill>
              </a:rPr>
              <a:t>Activity Feed Tab — Clean Room UI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1581912"/>
            <a:ext cx="6903720" cy="274320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46320" y="1600200"/>
            <a:ext cx="6675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Filter:  [All Types ▾]   [All Users ▾]   [Last 30 days ▾]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1920240"/>
            <a:ext cx="64008" cy="65836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194767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8A6FF"/>
                </a:solidFill>
              </a:rPr>
              <a:t>QUESTION UPDATED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2139696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"Revenue Analysis" — columns removed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50008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Removed: customer_segment, channel  ·  sarah@acme.com  ·  2026-05-12 14:32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2670048"/>
            <a:ext cx="64008" cy="658368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2697479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DATA CONNECTION UPDATED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2889504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"CRM_Import" — field type changed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2040" y="3099815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purchase_count: Integer → String  ·  john@acme.com  ·  2026-05-12 11:15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419856"/>
            <a:ext cx="64008" cy="658368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92040" y="3447287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B72"/>
                </a:solidFill>
              </a:rPr>
              <a:t>QUESTION DELETED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3639311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"Lookalike Segments" — permanently deleted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849624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admin@liveramp.com  ·  2026-05-11 16:45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4169663"/>
            <a:ext cx="64008" cy="65836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892040" y="419709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QUESTION UPDATED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92040" y="4389120"/>
            <a:ext cx="6675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6EDF3"/>
                </a:solidFill>
              </a:rPr>
              <a:t>"Attribution Model" — dataset swapped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4599431"/>
            <a:ext cx="6675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Q1_Sales_2026  →  Q2_Sales_2026  ·  sarah@acme.com  ·  2026-05-11 09:00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0883E"/>
                </a:solidFill>
              </a:rPr>
              <a:t>V2 · SPRINTS 3–5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V2 — Webhook Callback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unhygienix / forebitt / picanmix publish events. Pegleg worker fans out to XMI, SafeHaven, and future consumers independently.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94360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8686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4416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unhygienix  /  forebitt  /  picanmix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57150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Mutation fires → interceptor runs → INSERT object_events [in txn]
[POST COMMIT async ~1ms] → SNS publish to habu-object-events topic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20370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286000"/>
            <a:ext cx="594360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1480" y="2331720"/>
            <a:ext cx="64008" cy="8686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" y="239572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SNS Topic: habu-object-events  (picanmix infra)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2651760"/>
            <a:ext cx="57150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Fan-out: each subscriber gets an independent copy
Adding new consumer = new SQS subscription, zero code 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2552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337560"/>
            <a:ext cx="594360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11480" y="3383279"/>
            <a:ext cx="64008" cy="8686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6072" y="344728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SQS-XMI  ·  SQS-SafeHaven  ·  SQS-Future  (independent queues)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3703320"/>
            <a:ext cx="57150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Each queue is isolated — XMI being slow/down does not affect SafeHaven
maxReceiveCount=3 → auto-move to DLQ on failure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430682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89120"/>
            <a:ext cx="594360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4434840"/>
            <a:ext cx="64008" cy="86868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6072" y="4498848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Pegleg — Callback Delivery Worker  (Java, horizontally scalable)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4754880"/>
            <a:ext cx="57150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receiveMessage → query callback_registrations → build payload
HMAC-SHA256 sign → circuit breaker check → HTTP POST
write delivery_log → deleteMessage (ACK SQS)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358383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B949E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5440679"/>
            <a:ext cx="5943600" cy="9601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1480" y="5486399"/>
            <a:ext cx="64008" cy="86868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76072" y="5550407"/>
            <a:ext cx="5715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XMI  /  SafeHaven  /  Future Customer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" y="5806440"/>
            <a:ext cx="571500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Verifies X-Habu-Signature · Updates UI · Refreshes cache · Triggers workflow
Returns 200 OK → worker ACKs SQS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234440"/>
            <a:ext cx="5394960" cy="192024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0" y="1280160"/>
            <a:ext cx="64008" cy="182880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48272" y="134416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NEW API — external-api-server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154533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Registration — one-time setup by XMI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48272" y="1801368"/>
            <a:ext cx="516636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POST /cleanrooms/{crId}/callbacks
objectType: "QUESTION"  ·  objectId: null (all questions)
callbackUrl: https://xmi.liveramp.com/habu-events
authConfig: { authType: BEARER }
Response includes signingSecret (whsec_...) for HMAC verification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337560"/>
            <a:ext cx="5394960" cy="23317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83680" y="3383279"/>
            <a:ext cx="64008" cy="2240279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48272" y="3447288"/>
            <a:ext cx="5166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WEBHOOK PAYLOAD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48272" y="3648456"/>
            <a:ext cx="5166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Payload XMI receives on every change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48272" y="3904488"/>
            <a:ext cx="516636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POST  /habu-events
X-Habu-Signature: sha256=a3f9...  (V3)
X-Habu-Event-Id: evt-789  (idempotency)
---
eventType: UPDATED  ·  objectType: QUESTION
objectName: "Revenue Analysis"
changedFields: { dimensions: { removed: [...] } }
changedBy: sarah@acme.com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3FB950"/>
                </a:solidFill>
              </a:rPr>
              <a:t>V3 · SPRINTS 6–7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V3 — Production Hardening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No new tables. Extends Pegleg delivery worker + adds Webhooks UI tab. Makes the system cryptographically secure, self-observable, and replayable.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6072" y="1344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HMAC Signature
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00200"/>
            <a:ext cx="33375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X-Habu-Signature: sha256=... on every POST
Per-registration secret — XMI ≠ SafeHaven
X-Habu-Timestamp header prevents replay attacks
XMI verifies on receipt, rejects if mismatch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87952" y="1234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87952" y="1280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2544" y="1344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Circuit Breaker
(Resilience4j)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1600200"/>
            <a:ext cx="33375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CLOSED → normal, calling endpoint
OPEN → 5+ failures, stop calling 60s, free threads
HALF-OPEN → 1 probe call, recover if 200 OK
Shared state across workers via Redis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4424" y="1234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64424" y="1280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29016" y="1344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Dead Letter Queue
+ Admin Replay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600200"/>
            <a:ext cx="3337560" cy="1600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SQS auto-moves to DLQ after 3 failed attempts
CloudWatch alarm: DLQ depth &gt; 0 → PagerDuty
New Webhooks tab: inspect failed messages
One-click Replay button per failed event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520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11480" y="3566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76072" y="3630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Delivery
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3886200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delivery_log: every attempt, status, latency
CloudWatch: success/failure count, latency histogram
Per-registration: success rate, last delivered
Circuit open count by endpoint URL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87952" y="3520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187952" y="3566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52544" y="3630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Webhook Test
Endpoint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2544" y="3886200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POST /callbacks/{id}/test
Sends synthetic event to registered URL
Returns http_status, response_ms, success
XMI validates before going live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64424" y="3520440"/>
            <a:ext cx="3566160" cy="20574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64424" y="3566160"/>
            <a:ext cx="64008" cy="196596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29016" y="363016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Event Replay
&amp; Idempotency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9016" y="3886200"/>
            <a:ext cx="33375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B949E"/>
                </a:solidFill>
              </a:rPr>
              <a:t>Replay API: re-deliver from object_events table
X-Habu-Event-Id header on every POST
Worker checks delivery_log before POSTing
SQS at-least-once + two-layer dedup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2A8FF"/>
                </a:solidFill>
              </a:rPr>
              <a:t>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Data Model — 3 New Tables + API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V1 adds 1 table. V2 adds 2 tables. V3 adds none. All via Flyway migrations in unhygienix DB.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2103120" cy="29260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4632" y="1280160"/>
            <a:ext cx="2011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B949E"/>
                </a:solidFill>
              </a:rPr>
              <a:t>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234440"/>
            <a:ext cx="1417320" cy="29260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79192" y="1280160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B949E"/>
                </a:solidFill>
              </a:rPr>
              <a:t>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234440"/>
            <a:ext cx="2468880" cy="29260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87952" y="1280160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B949E"/>
                </a:solidFill>
              </a:rPr>
              <a:t>Purpose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234440"/>
            <a:ext cx="2377440" cy="29260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48272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B949E"/>
                </a:solidFill>
              </a:rPr>
              <a:t>Key Fields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34440"/>
            <a:ext cx="2377440" cy="292608"/>
          </a:xfrm>
          <a:prstGeom prst="rect">
            <a:avLst/>
          </a:prstGeom>
          <a:solidFill>
            <a:srgbClr val="21262D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17152" y="128016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B949E"/>
                </a:solidFill>
              </a:rPr>
              <a:t>Written by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1545336"/>
            <a:ext cx="21031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06040" y="1545336"/>
            <a:ext cx="14173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14800" y="1545336"/>
            <a:ext cx="246888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675120" y="1545336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144000" y="1545336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1591056"/>
            <a:ext cx="64008" cy="5943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76072" y="1618488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8A6FF"/>
                </a:solidFill>
              </a:rPr>
              <a:t>object_events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9192" y="1618488"/>
            <a:ext cx="1307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58A6FF"/>
                </a:solidFill>
              </a:rPr>
              <a:t>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87952" y="1618488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Atomic audit log of all mutations. Powers Activity Feed UI.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1618488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event_id, object_type, event_type, changed_fields JSONB, performed_by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1618488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unhygienix interceptor — inside transaction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2267712"/>
            <a:ext cx="21031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06040" y="2267712"/>
            <a:ext cx="14173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114800" y="2267712"/>
            <a:ext cx="246888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675120" y="2267712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0" y="2267712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11480" y="2313432"/>
            <a:ext cx="64008" cy="5943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76072" y="2340864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0883E"/>
                </a:solidFill>
              </a:rPr>
              <a:t>callback_registrations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79192" y="2340864"/>
            <a:ext cx="1307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0883E"/>
                </a:solidFill>
              </a:rPr>
              <a:t>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87952" y="2340864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Stores registered callback URLs, auth, signing secrets per cleanroom.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340864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cleanroom_id, object_type, object_id, callback_url, signing_secret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17152" y="2340864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POST /callbacks API — external-api-server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990088"/>
            <a:ext cx="21031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06040" y="2990088"/>
            <a:ext cx="141732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114800" y="2990088"/>
            <a:ext cx="246888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75120" y="2990088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144000" y="2990088"/>
            <a:ext cx="2377440" cy="68580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3035808"/>
            <a:ext cx="64008" cy="594360"/>
          </a:xfrm>
          <a:prstGeom prst="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072" y="3063240"/>
            <a:ext cx="1874519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0883E"/>
                </a:solidFill>
              </a:rPr>
              <a:t>delivery_log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79192" y="3063240"/>
            <a:ext cx="130759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0883E"/>
                </a:solidFill>
              </a:rPr>
              <a:t>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87952" y="3063240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B949E"/>
                </a:solidFill>
              </a:rPr>
              <a:t>Records every HTTP delivery attempt. Powers idempotency + V3 UI.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48272" y="3063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registration_id, event_id, attempt_number, http_status, response_ms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3063240"/>
            <a:ext cx="22677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Pegleg delivery worker — before ACK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3803904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D2A8FF"/>
                </a:solidFill>
              </a:rPr>
              <a:t>API INVENTORY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05993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8A6FF"/>
                </a:solidFill>
              </a:rPr>
              <a:t>V1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059936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GET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040" y="405993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/cleanrooms/{id}/events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94960" y="405993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4059936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Activity feed read — since, objectType, performedBy filters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430682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V2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4306824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POST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4306824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/cleanrooms/{id}/callbacks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94960" y="430682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46720" y="430682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Register callback URL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11480" y="455371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V2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4553712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63040" y="4553712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/cleanrooms/{id}/callbacks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94960" y="455371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6720" y="4553712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List registrations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11480" y="4800600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V2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" y="4800600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7B72"/>
                </a:solidFill>
              </a:rPr>
              <a:t>DELETE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463040" y="48006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/cleanrooms/{id}/callbacks/{cbId}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94960" y="480060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46720" y="480060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Deregister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1480" y="5047488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V3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22960" y="5047488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POST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63040" y="5047488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/cleanrooms/{id}/callbacks/{cbId}/test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394960" y="504748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046720" y="5047488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Send synthetic test event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5294375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3FB950"/>
                </a:solidFill>
              </a:rPr>
              <a:t>V3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2960" y="5294375"/>
            <a:ext cx="594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0883E"/>
                </a:solidFill>
              </a:rPr>
              <a:t>POST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463040" y="5294375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E6EDF3"/>
                </a:solidFill>
              </a:rPr>
              <a:t>/admin/callbacks/{cbId}/replay-dlq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394960" y="529437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external-api-server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046720" y="5294375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8B949E"/>
                </a:solidFill>
              </a:rPr>
              <a:t>Replay DLQ messages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2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D2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2A8FF"/>
                </a:solidFill>
              </a:rPr>
              <a:t>FULL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Combined Architecture — V1 + V2 + V3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95221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Single interceptor. Atomic audit log. Fan-out delivery to N independent consumers. Pegleg worker handles all webhook delivery with retry, DLQ, and circuit breaker.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11521440" cy="4983480"/>
          </a:xfrm>
          <a:prstGeom prst="rect">
            <a:avLst/>
          </a:prstGeom>
          <a:solidFill>
            <a:srgbClr val="0D1117"/>
          </a:soli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9768" y="1325880"/>
            <a:ext cx="1133856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E6EDF3"/>
                </a:solidFill>
                <a:latin typeface="Courier New"/>
              </a:rPr>
              <a:t>  unhygienix (Questions)    forebitt (Data Connections)    picanmix (Exports)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|                           |                             |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+---------------------------+-----------------------------+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     |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┌───────────────▼───────────────┐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│    CRUD Interceptor Layer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│  snapshot → execute → diff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└───────┬───────────────┬────────┘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[IN TRANSACTION]   │        [POST COMMIT async ~1ms]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▼                   ▼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object_events table    SNS habu-object-events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(V1 audit log)          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│               ┌────────┼─────────┐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UI reads here        ▼        ▼         ▼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GET /events     SQS-XMI  SQS-SafeHvn  SQS-Future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Activity Feed        │    (independent, isolated)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         ▼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┌──────────────────────────┐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Pegleg Delivery Worker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(Java, N instances)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1. query callback_regs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2. build JSON payload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3. HMAC-SHA256 sign (V3)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4. circuit breaker  (V3)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5. HTTP POST       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6. write delivery_log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│  7. ACK SQS         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└─────────┬────────┬────────┘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     200 OK   failure → retry 1s→5s→30s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        │             │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XMI / SafeHaven      DLQ ──▶ CloudWatch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verifies HMAC        DLQ ──▶ PagerDuty</a:t>
            </a:r>
          </a:p>
          <a:p>
            <a:r>
              <a:rPr sz="900">
                <a:solidFill>
                  <a:srgbClr val="E6EDF3"/>
                </a:solidFill>
                <a:latin typeface="Courier New"/>
              </a:rPr>
              <a:t>                               updates UI           DLQ ──▶ Admin Replay UI (V3)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solidFill>
            <a:srgbClr val="161B22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58A6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7548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EDF3"/>
                </a:solidFill>
              </a:rPr>
              <a:t>Sprint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6984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</a:rPr>
              <a:t>V1 ships value to every user in 2 sprints with zero infra risk. V2 and V3 build on top without touching V1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1365992" cy="1444752"/>
          </a:xfrm>
          <a:prstGeom prst="rect">
            <a:avLst/>
          </a:prstGeom>
          <a:solidFill>
            <a:srgbClr val="1F6FEB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71016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V1 · SPRINTS 1–2 · Activity Feed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1790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[NEW TABLE]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1790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object_events — unhygienix DB — Flyway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9222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[NEW CODE]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79222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CRUD interceptors + field differ — unhygienix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06654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[NEW CODE]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6654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GET /cleanrooms/{id}/events — external-api-server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340864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[NEW UI]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340864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Activity Feed tab with filters — Frontend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70632"/>
            <a:ext cx="11365992" cy="2615184"/>
          </a:xfrm>
          <a:prstGeom prst="rect">
            <a:avLst/>
          </a:prstGeom>
          <a:solidFill>
            <a:srgbClr val="E36723"/>
          </a:solidFill>
          <a:ln w="9525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80720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V2 · SPRINTS 3–5 · Webhook Callback Delivery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0540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[NEW TABLE]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05409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callback_registrations — unhygienix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33284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8A6FF"/>
                </a:solidFill>
              </a:rPr>
              <a:t>[NEW TABLE]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32841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delivery_log — unhygienix DB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6027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883E"/>
                </a:solidFill>
              </a:rPr>
              <a:t>[NEW INFRA]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360273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SNS topic + SQS queues (per consumer) + DLQs — picanmix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87705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883E"/>
                </a:solidFill>
              </a:rPr>
              <a:t>[NEW INFRA]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387705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CloudWatch alarm on DLQ depth &gt;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15137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[EXTEND]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415137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SNS publish added to V1 interceptors — unhygienix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42569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[NEW CODE]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42569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Callback CRUD APIs — external-api-server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0001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2A8FF"/>
                </a:solidFill>
              </a:rPr>
              <a:t>[NEW SERVICE]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65960" y="470001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Pegleg — Callback Delivery Worker (Java) — SQS consumer + POST + retry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974336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0883E"/>
                </a:solidFill>
              </a:rPr>
              <a:t>[NEW PROTOS]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65960" y="4974336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CallbackRegistration · CallbackEvent · CallbackAuthConfig — ignoramus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5477256"/>
            <a:ext cx="11365992" cy="2029967"/>
          </a:xfrm>
          <a:prstGeom prst="rect">
            <a:avLst/>
          </a:prstGeom>
          <a:solidFill>
            <a:srgbClr val="2EA043"/>
          </a:solidFill>
          <a:ln w="9525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551383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EDF3"/>
                </a:solidFill>
              </a:rPr>
              <a:t>V3 · SPRINTS 6–7 · Production Hardening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576072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[EXTEND]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576072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HMAC signature + timestamp replay prevention — Pegleg worker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035040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[EXTEND]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65960" y="60350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Circuit breaker Resilience4j per endpoint — Pegleg worker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309359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FB950"/>
                </a:solidFill>
              </a:rPr>
              <a:t>[EXTEND]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630935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Per-field subscription filter — Pegleg worker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83679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2A8FF"/>
                </a:solidFill>
              </a:rPr>
              <a:t>[NEW API]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658367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POST /callbacks/{id}/test — webhook test endpoint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857999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D2A8FF"/>
                </a:solidFill>
              </a:rPr>
              <a:t>[NEW API]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65960" y="685799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POST /admin/callbacks/{cbId}/replay-dlq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7132319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8B949E"/>
                </a:solidFill>
              </a:rPr>
              <a:t>[NEW UI]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5960" y="7132319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E6EDF3"/>
                </a:solidFill>
              </a:rPr>
              <a:t>Webhooks tab — delivery status + DLQ inspect + Replay — Frontend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11480" y="6355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V1  ·  Sprints 1–2  ·  Activity Feed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solidFill>
            <a:srgbClr val="E36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913632" y="635508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V2  ·  Sprints 3–5  ·  Webhook 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421624" y="6355080"/>
            <a:ext cx="33558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EDF3"/>
                </a:solidFill>
              </a:rPr>
              <a:t>V3  ·  Sprints 6–7  ·  Hardening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2044</Words>
  <Application>Microsoft Macintosh PowerPoint</Application>
  <PresentationFormat>Custom</PresentationFormat>
  <Paragraphs>238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Bhardwaj</cp:lastModifiedBy>
  <cp:revision>2</cp:revision>
  <dcterms:created xsi:type="dcterms:W3CDTF">2013-01-27T09:14:16Z</dcterms:created>
  <dcterms:modified xsi:type="dcterms:W3CDTF">2026-05-13T14:00:16Z</dcterms:modified>
  <cp:category/>
</cp:coreProperties>
</file>